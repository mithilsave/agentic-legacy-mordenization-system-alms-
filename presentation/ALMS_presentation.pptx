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5305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15305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Legacy Modernization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Python monoliths into deployable FastAPI microservices—entirely on a local laptop, at zero API cost.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5989320"/>
            <a:ext cx="2926080" cy="0"/>
          </a:xfrm>
          <a:prstGeom prst="line">
            <a:avLst/>
          </a:prstGeom>
          <a:noFill/>
          <a:ln w="12700">
            <a:solidFill>
              <a:srgbClr val="153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Capstone – Computer Science &amp; Business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Monolith-to-Microservice Migration Is Slow, Manual, and Risky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" y="196413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5623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identification is the hardest part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where to split a monolith is repeatedly flagged as the single hardest sub-problem in the literature.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2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874520"/>
            <a:ext cx="640080" cy="64008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1" y="196413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5623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Migrations take months, not days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manually trace coupling, redesign data ownership, and rewrite request handling by hand.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2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" y="425013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4223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AI tools assume a GPU + cloud budget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800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embedding methods need GPU training; agentic pipelines call hosted models like Claude/Cursor per step.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2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160520"/>
            <a:ext cx="640080" cy="64008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1" y="425013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14223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Sending proprietary code to a third-party API isn’t always an option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4800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small teams, and regulated organizations often simply cannot use cloud-hosted LLMs on their codebase.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ALMS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pipeline that takes a legacy Python monolith and produces a running, containerised microservice stack — five stages, one continuous flow.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865376" cy="3017520"/>
          </a:xfrm>
          <a:prstGeom prst="roundRect">
            <a:avLst>
              <a:gd name="adj" fmla="val 3922"/>
            </a:avLst>
          </a:prstGeom>
          <a:solidFill>
            <a:srgbClr val="F2F6F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2708" y="2926080"/>
            <a:ext cx="777240" cy="77724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034894"/>
            <a:ext cx="559613" cy="5596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88620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434340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monolith’s AST into a call graph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3712464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34056" y="2331720"/>
            <a:ext cx="1865376" cy="3017520"/>
          </a:xfrm>
          <a:prstGeom prst="roundRect">
            <a:avLst>
              <a:gd name="adj" fmla="val 3922"/>
            </a:avLst>
          </a:prstGeom>
          <a:solidFill>
            <a:srgbClr val="EAF6F4"/>
          </a:solidFill>
          <a:ln/>
        </p:spPr>
      </p:sp>
      <p:sp>
        <p:nvSpPr>
          <p:cNvPr id="13" name="Text 9"/>
          <p:cNvSpPr/>
          <p:nvPr/>
        </p:nvSpPr>
        <p:spPr>
          <a:xfrm>
            <a:off x="289864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278124" y="2926080"/>
            <a:ext cx="777240" cy="77724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938" y="3034894"/>
            <a:ext cx="559613" cy="55961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71216" y="388620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898648" y="434340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the graph into service boundaries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36" y="3712464"/>
            <a:ext cx="256032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919472" y="2331720"/>
            <a:ext cx="1865376" cy="3017520"/>
          </a:xfrm>
          <a:prstGeom prst="roundRect">
            <a:avLst>
              <a:gd name="adj" fmla="val 3922"/>
            </a:avLst>
          </a:prstGeom>
          <a:solidFill>
            <a:srgbClr val="F2F6FA"/>
          </a:solidFill>
          <a:ln/>
        </p:spPr>
      </p:sp>
      <p:sp>
        <p:nvSpPr>
          <p:cNvPr id="20" name="Text 14"/>
          <p:cNvSpPr/>
          <p:nvPr/>
        </p:nvSpPr>
        <p:spPr>
          <a:xfrm>
            <a:off x="5084064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63540" y="2926080"/>
            <a:ext cx="777240" cy="77724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354" y="3034894"/>
            <a:ext cx="559613" cy="55961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56632" y="388620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084064" y="434340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FastAPI code for each service</a:t>
            </a:r>
            <a:endParaRPr lang="en-US" sz="10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6852" y="3712464"/>
            <a:ext cx="256032" cy="25603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104888" y="2331720"/>
            <a:ext cx="1865376" cy="3017520"/>
          </a:xfrm>
          <a:prstGeom prst="roundRect">
            <a:avLst>
              <a:gd name="adj" fmla="val 3922"/>
            </a:avLst>
          </a:prstGeom>
          <a:solidFill>
            <a:srgbClr val="EAF6F4"/>
          </a:solidFill>
          <a:ln/>
        </p:spPr>
      </p:sp>
      <p:sp>
        <p:nvSpPr>
          <p:cNvPr id="27" name="Text 19"/>
          <p:cNvSpPr/>
          <p:nvPr/>
        </p:nvSpPr>
        <p:spPr>
          <a:xfrm>
            <a:off x="726948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7648956" y="2926080"/>
            <a:ext cx="777240" cy="77724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7770" y="3034894"/>
            <a:ext cx="559613" cy="55961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42048" y="388620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7269480" y="434340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pytest suites automatically</a:t>
            </a:r>
            <a:endParaRPr lang="en-US" sz="10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2268" y="3712464"/>
            <a:ext cx="256032" cy="256032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290304" y="2331720"/>
            <a:ext cx="1865376" cy="3017520"/>
          </a:xfrm>
          <a:prstGeom prst="roundRect">
            <a:avLst>
              <a:gd name="adj" fmla="val 3922"/>
            </a:avLst>
          </a:prstGeom>
          <a:solidFill>
            <a:srgbClr val="F2F6FA"/>
          </a:solidFill>
          <a:ln/>
        </p:spPr>
      </p:sp>
      <p:sp>
        <p:nvSpPr>
          <p:cNvPr id="34" name="Text 24"/>
          <p:cNvSpPr/>
          <p:nvPr/>
        </p:nvSpPr>
        <p:spPr>
          <a:xfrm>
            <a:off x="9454896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5"/>
          <p:cNvSpPr/>
          <p:nvPr/>
        </p:nvSpPr>
        <p:spPr>
          <a:xfrm>
            <a:off x="9834372" y="2926080"/>
            <a:ext cx="777240" cy="77724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3186" y="3034894"/>
            <a:ext cx="559613" cy="559613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427464" y="3886200"/>
            <a:ext cx="1591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600" dirty="0"/>
          </a:p>
        </p:txBody>
      </p:sp>
      <p:sp>
        <p:nvSpPr>
          <p:cNvPr id="38" name="Text 27"/>
          <p:cNvSpPr/>
          <p:nvPr/>
        </p:nvSpPr>
        <p:spPr>
          <a:xfrm>
            <a:off x="9454896" y="434340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Docker containers behind a gateway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Everything Deterministic Out of the LLM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only asked to do the one transformation it’s actually good at. Everything else — boundaries, validation, data contracts — is handled by ordinary, checkable code.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2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68880"/>
            <a:ext cx="594360" cy="59436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55209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514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— no model in the loop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2918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15568" y="32918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AST-based dependency graph extraction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380390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380390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out builtin / stdlib noise before clustering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431596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5568" y="43159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community detection (seed-fixed → reproducible)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482803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15568" y="48280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​​py_compile gate with bounded auto-retry on generated code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534009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534009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validation of every inter-agent message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0" y="21488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EAF6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263640" y="2468880"/>
            <a:ext cx="594360" cy="594360"/>
          </a:xfrm>
          <a:prstGeom prst="ellipse">
            <a:avLst/>
          </a:prstGeom>
          <a:solidFill>
            <a:srgbClr val="146B65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850" y="2552090"/>
            <a:ext cx="427939" cy="42793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40880" y="2514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— only where it’s genuinely needed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263640" y="32918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510528" y="32918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FastAPI service code from source modules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263640" y="380390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510528" y="380390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pytest test suites for each service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263640" y="431596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510528" y="43159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refining bounded-context descriptions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263640" y="482803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510528" y="48280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throughout by a local retrieval (RAG) knowledge base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263640" y="534009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510528" y="534009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is ever used to judge another model’s output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0B1E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696" y="2359152"/>
            <a:ext cx="219456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50008" y="20116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5305A"/>
          </a:solidFill>
          <a:ln/>
        </p:spPr>
      </p:sp>
      <p:sp>
        <p:nvSpPr>
          <p:cNvPr id="8" name="Text 5"/>
          <p:cNvSpPr/>
          <p:nvPr/>
        </p:nvSpPr>
        <p:spPr>
          <a:xfrm>
            <a:off x="2350008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(AST + graph)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235915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151376" y="20116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5305A"/>
          </a:solidFill>
          <a:ln/>
        </p:spPr>
      </p:sp>
      <p:sp>
        <p:nvSpPr>
          <p:cNvPr id="11" name="Text 7"/>
          <p:cNvSpPr/>
          <p:nvPr/>
        </p:nvSpPr>
        <p:spPr>
          <a:xfrm>
            <a:off x="4151376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(Louvain)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2359152"/>
            <a:ext cx="219456" cy="2194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952744" y="20116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46B65"/>
          </a:solidFill>
          <a:ln/>
        </p:spPr>
      </p:sp>
      <p:sp>
        <p:nvSpPr>
          <p:cNvPr id="14" name="Text 9"/>
          <p:cNvSpPr/>
          <p:nvPr/>
        </p:nvSpPr>
        <p:spPr>
          <a:xfrm>
            <a:off x="5952744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py_compile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359152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754112" y="20116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46B65"/>
          </a:solidFill>
          <a:ln/>
        </p:spPr>
      </p:sp>
      <p:sp>
        <p:nvSpPr>
          <p:cNvPr id="17" name="Text 11"/>
          <p:cNvSpPr/>
          <p:nvPr/>
        </p:nvSpPr>
        <p:spPr>
          <a:xfrm>
            <a:off x="7754112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Test-Gen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(pytest)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168" y="2359152"/>
            <a:ext cx="219456" cy="219456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9555480" y="201168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0B1E3D"/>
          </a:solidFill>
          <a:ln/>
        </p:spPr>
      </p:sp>
      <p:sp>
        <p:nvSpPr>
          <p:cNvPr id="20" name="Text 13"/>
          <p:cNvSpPr/>
          <p:nvPr/>
        </p:nvSpPr>
        <p:spPr>
          <a:xfrm>
            <a:off x="955548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5404104" y="30358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retry on compile fail (max 3 attempts)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548640" y="3749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gates after Analysis, after Boundary Proposal, and after Test Generation — approve, reject with feedback, or stop.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48640" y="434340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EAF6F4"/>
          </a:solidFill>
          <a:ln/>
        </p:spPr>
      </p:sp>
      <p:sp>
        <p:nvSpPr>
          <p:cNvPr id="24" name="Shape 17"/>
          <p:cNvSpPr/>
          <p:nvPr/>
        </p:nvSpPr>
        <p:spPr>
          <a:xfrm>
            <a:off x="822960" y="4553712"/>
            <a:ext cx="548640" cy="548640"/>
          </a:xfrm>
          <a:prstGeom prst="ellipse">
            <a:avLst/>
          </a:prstGeom>
          <a:solidFill>
            <a:srgbClr val="146B65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770" y="4630522"/>
            <a:ext cx="395021" cy="39502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55448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Retrieval-Augmented Generation (RAG)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554480" y="484632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stage is grounded in a local knowledge base (ChromaDB + nomic-embed-text) of FastAPI, DDD, refactoring, and security patterns — compensating for what a small local model doesn’t reliably know.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48640" y="544068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2F6FA"/>
          </a:solidFill>
          <a:ln/>
        </p:spPr>
      </p:sp>
      <p:sp>
        <p:nvSpPr>
          <p:cNvPr id="29" name="Shape 21"/>
          <p:cNvSpPr/>
          <p:nvPr/>
        </p:nvSpPr>
        <p:spPr>
          <a:xfrm>
            <a:off x="822960" y="5650992"/>
            <a:ext cx="548640" cy="54864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770" y="5727802"/>
            <a:ext cx="395021" cy="39502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54480" y="5577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Orchestrated with LangGraph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1554480" y="594360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stateful graph fans out one parallel branch per proposed service, each running its own compile-retry loop, then merges results back with a name-keyed reducer.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52800" cy="1691640"/>
          </a:xfrm>
          <a:prstGeom prst="roundRect">
            <a:avLst>
              <a:gd name="adj" fmla="val 4324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23" y="1943283"/>
            <a:ext cx="447690" cy="4476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37944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514600"/>
            <a:ext cx="2840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orchestration, fan-out &amp; retry cycles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175760" y="1600200"/>
            <a:ext cx="3352800" cy="1691640"/>
          </a:xfrm>
          <a:prstGeom prst="roundRect">
            <a:avLst>
              <a:gd name="adj" fmla="val 4324"/>
            </a:avLst>
          </a:prstGeom>
          <a:solidFill>
            <a:srgbClr val="F2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4431792" y="1856232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843" y="1943283"/>
            <a:ext cx="447690" cy="4476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1600" y="1837944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+ Qwen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31792" y="2514600"/>
            <a:ext cx="2840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runtime — no cloud inference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7802880" y="1600200"/>
            <a:ext cx="3352800" cy="1691640"/>
          </a:xfrm>
          <a:prstGeom prst="roundRect">
            <a:avLst>
              <a:gd name="adj" fmla="val 4324"/>
            </a:avLst>
          </a:prstGeom>
          <a:solidFill>
            <a:srgbClr val="F2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058912" y="1856232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963" y="1943283"/>
            <a:ext cx="447690" cy="4476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08720" y="1837944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58912" y="2514600"/>
            <a:ext cx="2840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store for RAG retrieval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566160"/>
            <a:ext cx="3352800" cy="1691640"/>
          </a:xfrm>
          <a:prstGeom prst="roundRect">
            <a:avLst>
              <a:gd name="adj" fmla="val 4324"/>
            </a:avLst>
          </a:prstGeom>
          <a:solidFill>
            <a:srgbClr val="EAF6F4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3822192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23" y="3909243"/>
            <a:ext cx="447690" cy="4476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803904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python-louvain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4480560"/>
            <a:ext cx="2840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 for service boundaries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175760" y="3566160"/>
            <a:ext cx="3352800" cy="1691640"/>
          </a:xfrm>
          <a:prstGeom prst="roundRect">
            <a:avLst>
              <a:gd name="adj" fmla="val 4324"/>
            </a:avLst>
          </a:prstGeom>
          <a:solidFill>
            <a:srgbClr val="EAF6F4"/>
          </a:solidFill>
          <a:ln/>
        </p:spPr>
      </p:sp>
      <p:sp>
        <p:nvSpPr>
          <p:cNvPr id="25" name="Shape 19"/>
          <p:cNvSpPr/>
          <p:nvPr/>
        </p:nvSpPr>
        <p:spPr>
          <a:xfrm>
            <a:off x="4431792" y="3822192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843" y="3909243"/>
            <a:ext cx="447690" cy="4476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81600" y="3803904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31792" y="4480560"/>
            <a:ext cx="2840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Containerised, portable deployment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7802880" y="3566160"/>
            <a:ext cx="3352800" cy="1691640"/>
          </a:xfrm>
          <a:prstGeom prst="roundRect">
            <a:avLst>
              <a:gd name="adj" fmla="val 4324"/>
            </a:avLst>
          </a:prstGeom>
          <a:solidFill>
            <a:srgbClr val="EAF6F4"/>
          </a:solidFill>
          <a:ln/>
        </p:spPr>
      </p:sp>
      <p:sp>
        <p:nvSpPr>
          <p:cNvPr id="30" name="Shape 23"/>
          <p:cNvSpPr/>
          <p:nvPr/>
        </p:nvSpPr>
        <p:spPr>
          <a:xfrm>
            <a:off x="8058912" y="3822192"/>
            <a:ext cx="621792" cy="62179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5963" y="3909243"/>
            <a:ext cx="447690" cy="4476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08720" y="3803904"/>
            <a:ext cx="216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pytest + hypothesis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058912" y="4480560"/>
            <a:ext cx="28407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&amp; property-based testing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530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Local — No Cost, No Cloud, No Compromise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468755" y="1920240"/>
            <a:ext cx="685800" cy="685800"/>
          </a:xfrm>
          <a:prstGeom prst="ellipse">
            <a:avLst/>
          </a:prstGeom>
          <a:solidFill>
            <a:srgbClr val="1530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4767" y="20162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88920"/>
            <a:ext cx="252603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25260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 — every run is free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14825" y="1920240"/>
            <a:ext cx="685800" cy="685800"/>
          </a:xfrm>
          <a:prstGeom prst="ellipse">
            <a:avLst/>
          </a:prstGeom>
          <a:solidFill>
            <a:srgbClr val="15305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37" y="201625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94710" y="2788920"/>
            <a:ext cx="252603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3394710" y="3520440"/>
            <a:ext cx="25260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no network call at any stage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160895" y="1920240"/>
            <a:ext cx="685800" cy="685800"/>
          </a:xfrm>
          <a:prstGeom prst="ellipse">
            <a:avLst/>
          </a:prstGeom>
          <a:solidFill>
            <a:srgbClr val="15305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907" y="201625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40780" y="2788920"/>
            <a:ext cx="252603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1"/>
          <p:cNvSpPr/>
          <p:nvPr/>
        </p:nvSpPr>
        <p:spPr>
          <a:xfrm>
            <a:off x="6240780" y="3520440"/>
            <a:ext cx="25260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required — runs on a CPU-only laptop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10006965" y="1920240"/>
            <a:ext cx="685800" cy="685800"/>
          </a:xfrm>
          <a:prstGeom prst="ellipse">
            <a:avLst/>
          </a:prstGeom>
          <a:solidFill>
            <a:srgbClr val="15305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977" y="2016252"/>
            <a:ext cx="493776" cy="4937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86850" y="2788920"/>
            <a:ext cx="252603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0" name="Text 14"/>
          <p:cNvSpPr/>
          <p:nvPr/>
        </p:nvSpPr>
        <p:spPr>
          <a:xfrm>
            <a:off x="9086850" y="3520440"/>
            <a:ext cx="252603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source code ever leave the machine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5305A"/>
          </a:solidFill>
          <a:ln/>
        </p:spPr>
      </p:sp>
      <p:sp>
        <p:nvSpPr>
          <p:cNvPr id="22" name="Text 16"/>
          <p:cNvSpPr/>
          <p:nvPr/>
        </p:nvSpPr>
        <p:spPr>
          <a:xfrm>
            <a:off x="914400" y="45262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automated pipelines pick one: reach a deployable result by depending on hosted, commercial-scale models (Cursor, Claude Code) and cloud inference — or stay local and stop at a class-to-service partition, never producing a running artifact. ALMS combines a full decompose → generate → test → deploy pipeline with a fully local, offline execution model — a combination no prior system in our review offers.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A 1,578-Line Flask Monolith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 — analysis through containerised deployment — on a 6-module e-commerce Flask app (users, orders, payments).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446020" cy="1874520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2080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4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208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services compiled cleanly (0 needing manual fixes)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8980" y="2057400"/>
            <a:ext cx="2446020" cy="1874520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51860" y="2286000"/>
            <a:ext cx="2080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1,120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3017520"/>
            <a:ext cx="208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auto-generated across 570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2057400"/>
            <a:ext cx="2446020" cy="1874520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286000"/>
            <a:ext cx="2080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 / 61%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3017520"/>
            <a:ext cx="208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graph nodes / edges from deterministic filtering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09660" y="2057400"/>
            <a:ext cx="2446020" cy="1874520"/>
          </a:xfrm>
          <a:prstGeom prst="roundRect">
            <a:avLst>
              <a:gd name="adj" fmla="val 3902"/>
            </a:avLst>
          </a:prstGeom>
          <a:solidFill>
            <a:srgbClr val="EAF6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92540" y="2286000"/>
            <a:ext cx="2080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4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892540" y="3017520"/>
            <a:ext cx="208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booted successfully behind a working API gateway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0607040" cy="1965960"/>
          </a:xfrm>
          <a:prstGeom prst="roundRect">
            <a:avLst>
              <a:gd name="adj" fmla="val 3721"/>
            </a:avLst>
          </a:prstGeom>
          <a:solidFill>
            <a:srgbClr val="F2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348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qwen3-coder:30b (Mixture-of-Experts, ~3.3B active parameters/token) served locally via Ollama, with weights larger than host RAM paged from disk — a single unattended run completed end-to-end in one pass, at zero API cost.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394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 on a single codebase — not a benchmark claim. See Limitations.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Filtering Before Any Model Sees the Graph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calls to Python builtins, stdlib methods, and local variables — before Louvain clustering ever runs — keeps the boundary-selection graph small and architecturally meaningful.</a:t>
            </a:r>
            <a:endParaRPr lang="en-US" sz="1300" dirty="0"/>
          </a:p>
        </p:txBody>
      </p:sp>
      <p:pic>
        <p:nvPicPr>
          <p:cNvPr id="5" name="Image 0" descr="/home/claude/alms_paper/fig3_graph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965960"/>
            <a:ext cx="978408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40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 → 75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58795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(−56.1%)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06240" y="5440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267 → 104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206240" y="58795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(−61.0%)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63840" y="5440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→ 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863840" y="58795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hotspots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Fell Short — and Why That’s Useful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0607040" cy="1298448"/>
          </a:xfrm>
          <a:prstGeom prst="roundRect">
            <a:avLst>
              <a:gd name="adj" fmla="val 5634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56816"/>
            <a:ext cx="621792" cy="621792"/>
          </a:xfrm>
          <a:prstGeom prst="ellipse">
            <a:avLst/>
          </a:prstGeom>
          <a:solidFill>
            <a:srgbClr val="D97C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011" y="2043867"/>
            <a:ext cx="447690" cy="4476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73936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service never booted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157984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 Service — leftover routing/glue code with no owned data — got clustered into its own “service” anyway. A hub module with no domain needs a different rule.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72384"/>
            <a:ext cx="10607040" cy="1298448"/>
          </a:xfrm>
          <a:prstGeom prst="roundRect">
            <a:avLst>
              <a:gd name="adj" fmla="val 5634"/>
            </a:avLst>
          </a:prstGeom>
          <a:solidFill>
            <a:srgbClr val="F2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401568"/>
            <a:ext cx="621792" cy="621792"/>
          </a:xfrm>
          <a:prstGeom prst="ellipse">
            <a:avLst/>
          </a:prstGeom>
          <a:solidFill>
            <a:srgbClr val="D97C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11" y="3488619"/>
            <a:ext cx="447690" cy="4476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218688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generation isn’t compile-gated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602736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58.2% of the 570 generated test files are valid Python (truncated output). Code generation, which does have a compile-retry loop, passes 100%.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517136"/>
            <a:ext cx="10607040" cy="1298448"/>
          </a:xfrm>
          <a:prstGeom prst="roundRect">
            <a:avLst>
              <a:gd name="adj" fmla="val 5634"/>
            </a:avLst>
          </a:prstGeom>
          <a:solidFill>
            <a:srgbClr val="F2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846320"/>
            <a:ext cx="621792" cy="621792"/>
          </a:xfrm>
          <a:prstGeom prst="ellipse">
            <a:avLst/>
          </a:prstGeom>
          <a:solidFill>
            <a:srgbClr val="D97C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11" y="4933371"/>
            <a:ext cx="447690" cy="4476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663440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duplicate each other’s data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5047488"/>
            <a:ext cx="9052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Payment services both regenerated /users and /products CRUD logic — declared ownership isn’t yet enforced at generation time.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0076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directly motivates a concrete next step — see Future Work.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8-Week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80310" cy="2148840"/>
          </a:xfrm>
          <a:prstGeom prst="roundRect">
            <a:avLst>
              <a:gd name="adj" fmla="val 3404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423160"/>
            <a:ext cx="21511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finalized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898648"/>
            <a:ext cx="215112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review; scope &amp; feasibility confirmed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57550" y="1600200"/>
            <a:ext cx="2480310" cy="2148840"/>
          </a:xfrm>
          <a:prstGeom prst="roundRect">
            <a:avLst>
              <a:gd name="adj" fmla="val 3404"/>
            </a:avLst>
          </a:prstGeom>
          <a:solidFill>
            <a:srgbClr val="F2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3440430" y="178308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043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2142" y="2423160"/>
            <a:ext cx="21511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approval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22142" y="2898648"/>
            <a:ext cx="215112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drafted; resources procured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66460" y="1600200"/>
            <a:ext cx="2480310" cy="2148840"/>
          </a:xfrm>
          <a:prstGeom prst="roundRect">
            <a:avLst>
              <a:gd name="adj" fmla="val 3404"/>
            </a:avLst>
          </a:prstGeom>
          <a:solidFill>
            <a:srgbClr val="F2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49340" y="178308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16" name="Text 14"/>
          <p:cNvSpPr/>
          <p:nvPr/>
        </p:nvSpPr>
        <p:spPr>
          <a:xfrm>
            <a:off x="61493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31052" y="2423160"/>
            <a:ext cx="21511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setup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31052" y="2898648"/>
            <a:ext cx="215112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+ repo structure; agent architecture defined; model shortlist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75370" y="1600200"/>
            <a:ext cx="2480310" cy="2148840"/>
          </a:xfrm>
          <a:prstGeom prst="roundRect">
            <a:avLst>
              <a:gd name="adj" fmla="val 3404"/>
            </a:avLst>
          </a:prstGeom>
          <a:solidFill>
            <a:srgbClr val="F2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858250" y="178308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1" name="Text 19"/>
          <p:cNvSpPr/>
          <p:nvPr/>
        </p:nvSpPr>
        <p:spPr>
          <a:xfrm>
            <a:off x="885825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39962" y="2423160"/>
            <a:ext cx="21511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chosen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839962" y="2898648"/>
            <a:ext cx="215112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 7B selected; agent prompts drafted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2480310" cy="2148840"/>
          </a:xfrm>
          <a:prstGeom prst="roundRect">
            <a:avLst>
              <a:gd name="adj" fmla="val 3404"/>
            </a:avLst>
          </a:prstGeom>
          <a:solidFill>
            <a:srgbClr val="EAF6F4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" y="4800600"/>
            <a:ext cx="21511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Analyzer + Architect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3232" y="5276088"/>
            <a:ext cx="215112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implemented; migration methodology researched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57550" y="3977640"/>
            <a:ext cx="2480310" cy="2148840"/>
          </a:xfrm>
          <a:prstGeom prst="roundRect">
            <a:avLst>
              <a:gd name="adj" fmla="val 3404"/>
            </a:avLst>
          </a:prstGeom>
          <a:solidFill>
            <a:srgbClr val="EAF6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440430" y="41605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31" name="Text 29"/>
          <p:cNvSpPr/>
          <p:nvPr/>
        </p:nvSpPr>
        <p:spPr>
          <a:xfrm>
            <a:off x="344043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22142" y="4800600"/>
            <a:ext cx="21511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Refactoring agent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22142" y="5276088"/>
            <a:ext cx="215112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Code-gen agent built; RAG + knowledge base started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66460" y="3977640"/>
            <a:ext cx="2480310" cy="2148840"/>
          </a:xfrm>
          <a:prstGeom prst="roundRect">
            <a:avLst>
              <a:gd name="adj" fmla="val 3404"/>
            </a:avLst>
          </a:prstGeom>
          <a:solidFill>
            <a:srgbClr val="EAF6F4"/>
          </a:solidFill>
          <a:ln/>
        </p:spPr>
      </p:sp>
      <p:sp>
        <p:nvSpPr>
          <p:cNvPr id="35" name="Shape 33"/>
          <p:cNvSpPr/>
          <p:nvPr/>
        </p:nvSpPr>
        <p:spPr>
          <a:xfrm>
            <a:off x="6149340" y="41605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36" name="Text 34"/>
          <p:cNvSpPr/>
          <p:nvPr/>
        </p:nvSpPr>
        <p:spPr>
          <a:xfrm>
            <a:off x="61493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131052" y="4800600"/>
            <a:ext cx="21511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integration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131052" y="5276088"/>
            <a:ext cx="215112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 + LangGraph wiring; first end-to-end run (non-optimal)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675370" y="3977640"/>
            <a:ext cx="2480310" cy="2148840"/>
          </a:xfrm>
          <a:prstGeom prst="roundRect">
            <a:avLst>
              <a:gd name="adj" fmla="val 3404"/>
            </a:avLst>
          </a:prstGeom>
          <a:solidFill>
            <a:srgbClr val="EAF6F4"/>
          </a:solidFill>
          <a:ln/>
        </p:spPr>
      </p:sp>
      <p:sp>
        <p:nvSpPr>
          <p:cNvPr id="40" name="Shape 38"/>
          <p:cNvSpPr/>
          <p:nvPr/>
        </p:nvSpPr>
        <p:spPr>
          <a:xfrm>
            <a:off x="8858250" y="4160520"/>
            <a:ext cx="502920" cy="5029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41" name="Text 39"/>
          <p:cNvSpPr/>
          <p:nvPr/>
        </p:nvSpPr>
        <p:spPr>
          <a:xfrm>
            <a:off x="885825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839962" y="4800600"/>
            <a:ext cx="215112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Scaled up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839962" y="5276088"/>
            <a:ext cx="215112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“Layering” technique enables upgrade to Qwen3-Coder 30B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We’ve Built So Far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46B6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407" y="1745407"/>
            <a:ext cx="276515" cy="2765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66420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agent — AST parsing &amp; dependency graph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035040" y="1691640"/>
            <a:ext cx="384048" cy="384048"/>
          </a:xfrm>
          <a:prstGeom prst="ellipse">
            <a:avLst/>
          </a:prstGeom>
          <a:solidFill>
            <a:srgbClr val="146B6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807" y="1745407"/>
            <a:ext cx="276515" cy="2765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7960" y="166420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agent — Louvain-based boundary proposal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46B6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7" y="2403775"/>
            <a:ext cx="276515" cy="2765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32257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agent — FastAPI code generation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035040" y="2350008"/>
            <a:ext cx="384048" cy="384048"/>
          </a:xfrm>
          <a:prstGeom prst="ellipse">
            <a:avLst/>
          </a:prstGeom>
          <a:solidFill>
            <a:srgbClr val="146B6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807" y="2403775"/>
            <a:ext cx="276515" cy="27651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37960" y="232257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Test-Gen agent — pytest + hypothesis suites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146B6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07" y="3062143"/>
            <a:ext cx="276515" cy="27651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298094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 — ChromaDB + local embeddings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035040" y="3008376"/>
            <a:ext cx="384048" cy="384048"/>
          </a:xfrm>
          <a:prstGeom prst="ellipse">
            <a:avLst/>
          </a:prstGeom>
          <a:solidFill>
            <a:srgbClr val="146B65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8807" y="3062143"/>
            <a:ext cx="276515" cy="27651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37960" y="298094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 — fan-out, retry, HITL gates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548640" y="3666744"/>
            <a:ext cx="384048" cy="384048"/>
          </a:xfrm>
          <a:prstGeom prst="ellipse">
            <a:avLst/>
          </a:prstGeom>
          <a:solidFill>
            <a:srgbClr val="146B65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407" y="3720511"/>
            <a:ext cx="276515" cy="27651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51560" y="3639312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py_compile validation gate with bounded retry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035040" y="3666744"/>
            <a:ext cx="384048" cy="384048"/>
          </a:xfrm>
          <a:prstGeom prst="ellipse">
            <a:avLst/>
          </a:prstGeom>
          <a:solidFill>
            <a:srgbClr val="146B65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8807" y="3720511"/>
            <a:ext cx="276515" cy="27651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537960" y="3639312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deployment + Nginx API gateway</a:t>
            </a:r>
            <a:endParaRPr lang="en-US" sz="1250" dirty="0"/>
          </a:p>
        </p:txBody>
      </p:sp>
      <p:sp>
        <p:nvSpPr>
          <p:cNvPr id="28" name="Shape 18"/>
          <p:cNvSpPr/>
          <p:nvPr/>
        </p:nvSpPr>
        <p:spPr>
          <a:xfrm>
            <a:off x="548640" y="4325112"/>
            <a:ext cx="384048" cy="384048"/>
          </a:xfrm>
          <a:prstGeom prst="ellipse">
            <a:avLst/>
          </a:prstGeom>
          <a:solidFill>
            <a:srgbClr val="146B65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407" y="4378879"/>
            <a:ext cx="276515" cy="27651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051560" y="42976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run completed on a sample monolith</a:t>
            </a:r>
            <a:endParaRPr lang="en-US" sz="1250" dirty="0"/>
          </a:p>
        </p:txBody>
      </p:sp>
      <p:sp>
        <p:nvSpPr>
          <p:cNvPr id="31" name="Text 2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EAF6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146B6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029054"/>
            <a:ext cx="559613" cy="559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7830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disciplined deterministic/LLM split lets a local model — even a 30B-class one — carry a full migration pipeline through to a mostly-bootable, containerised output, at zero cloud cost, on hardware a single developer already owns.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256032" cy="25603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3442716"/>
            <a:ext cx="137160" cy="137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3337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py_compile-style retry gate to Test-Gen output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950208"/>
            <a:ext cx="256032" cy="25603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009644"/>
            <a:ext cx="137160" cy="1371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9044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declared data ownership to stop cross-service duplication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4517136"/>
            <a:ext cx="256032" cy="25603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4576572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447141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evaluation to 10–30 repositories with ablation studies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48640" y="5084064"/>
            <a:ext cx="256032" cy="256032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5143500"/>
            <a:ext cx="137160" cy="1371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503834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shadow-testing to the live container stack for real parity checks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5305A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200400"/>
            <a:ext cx="5029200" cy="5029200"/>
          </a:xfrm>
          <a:prstGeom prst="ellipse">
            <a:avLst/>
          </a:prstGeom>
          <a:solidFill>
            <a:srgbClr val="15305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ALMS — Agentic Legacy Modernization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2026-08-28T17:39:28Z</dcterms:created>
  <dcterms:modified xsi:type="dcterms:W3CDTF">2026-08-28T17:39:28Z</dcterms:modified>
</cp:coreProperties>
</file>